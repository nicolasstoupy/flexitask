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68" autoAdjust="0"/>
  </p:normalViewPr>
  <p:slideViewPr>
    <p:cSldViewPr snapToGrid="0">
      <p:cViewPr varScale="1">
        <p:scale>
          <a:sx n="96" d="100"/>
          <a:sy n="96" d="100"/>
        </p:scale>
        <p:origin x="25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F7DC3B-C6CA-4AFC-8CBA-C790C0CA8855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EE67616-C1BC-4863-85AD-97790044C4A1}">
      <dgm:prSet/>
      <dgm:spPr/>
      <dgm:t>
        <a:bodyPr/>
        <a:lstStyle/>
        <a:p>
          <a:r>
            <a:rPr lang="fr-BE"/>
            <a:t>Sécurité</a:t>
          </a:r>
          <a:endParaRPr lang="en-US"/>
        </a:p>
      </dgm:t>
    </dgm:pt>
    <dgm:pt modelId="{0AF76D52-103A-4042-BAD4-B6768F42DD15}" type="parTrans" cxnId="{ECF64441-FB65-4943-9B93-2F0C34D5A99A}">
      <dgm:prSet/>
      <dgm:spPr/>
      <dgm:t>
        <a:bodyPr/>
        <a:lstStyle/>
        <a:p>
          <a:endParaRPr lang="en-US"/>
        </a:p>
      </dgm:t>
    </dgm:pt>
    <dgm:pt modelId="{AC3A1007-9D37-4E99-AE71-220B28EE1E7B}" type="sibTrans" cxnId="{ECF64441-FB65-4943-9B93-2F0C34D5A99A}">
      <dgm:prSet/>
      <dgm:spPr/>
      <dgm:t>
        <a:bodyPr/>
        <a:lstStyle/>
        <a:p>
          <a:endParaRPr lang="en-US"/>
        </a:p>
      </dgm:t>
    </dgm:pt>
    <dgm:pt modelId="{1D2DA755-2420-4C4D-BA1E-27645794914C}">
      <dgm:prSet/>
      <dgm:spPr/>
      <dgm:t>
        <a:bodyPr/>
        <a:lstStyle/>
        <a:p>
          <a:r>
            <a:rPr lang="fr-BE"/>
            <a:t>Login</a:t>
          </a:r>
          <a:endParaRPr lang="en-US"/>
        </a:p>
      </dgm:t>
    </dgm:pt>
    <dgm:pt modelId="{C63A1083-3E2A-460D-86CD-DE843E8CC728}" type="parTrans" cxnId="{E65C0CDC-176B-4559-906D-256DFFEC6884}">
      <dgm:prSet/>
      <dgm:spPr/>
      <dgm:t>
        <a:bodyPr/>
        <a:lstStyle/>
        <a:p>
          <a:endParaRPr lang="en-US"/>
        </a:p>
      </dgm:t>
    </dgm:pt>
    <dgm:pt modelId="{BDE4C400-CF3F-42EB-9627-924FA01DBC26}" type="sibTrans" cxnId="{E65C0CDC-176B-4559-906D-256DFFEC6884}">
      <dgm:prSet/>
      <dgm:spPr/>
      <dgm:t>
        <a:bodyPr/>
        <a:lstStyle/>
        <a:p>
          <a:endParaRPr lang="en-US"/>
        </a:p>
      </dgm:t>
    </dgm:pt>
    <dgm:pt modelId="{C96D9F7A-8DB9-44FC-84C6-BF9E8756DFED}">
      <dgm:prSet/>
      <dgm:spPr/>
      <dgm:t>
        <a:bodyPr/>
        <a:lstStyle/>
        <a:p>
          <a:r>
            <a:rPr lang="fr-BE"/>
            <a:t>Restreindre les accès à certaine ressource</a:t>
          </a:r>
          <a:endParaRPr lang="en-US"/>
        </a:p>
      </dgm:t>
    </dgm:pt>
    <dgm:pt modelId="{9A5BA3F1-030B-4453-838E-95381161D886}" type="parTrans" cxnId="{9A537B5D-A95F-4F2D-8967-7C5C816D270F}">
      <dgm:prSet/>
      <dgm:spPr/>
      <dgm:t>
        <a:bodyPr/>
        <a:lstStyle/>
        <a:p>
          <a:endParaRPr lang="en-US"/>
        </a:p>
      </dgm:t>
    </dgm:pt>
    <dgm:pt modelId="{A925D355-18C3-4012-85E0-51A883150A43}" type="sibTrans" cxnId="{9A537B5D-A95F-4F2D-8967-7C5C816D270F}">
      <dgm:prSet/>
      <dgm:spPr/>
      <dgm:t>
        <a:bodyPr/>
        <a:lstStyle/>
        <a:p>
          <a:endParaRPr lang="en-US"/>
        </a:p>
      </dgm:t>
    </dgm:pt>
    <dgm:pt modelId="{63A7C5EB-476F-4D89-9AD3-FA6ED250D29A}">
      <dgm:prSet/>
      <dgm:spPr/>
      <dgm:t>
        <a:bodyPr/>
        <a:lstStyle/>
        <a:p>
          <a:r>
            <a:rPr lang="fr-BE"/>
            <a:t>Cryptage</a:t>
          </a:r>
          <a:endParaRPr lang="en-US"/>
        </a:p>
      </dgm:t>
    </dgm:pt>
    <dgm:pt modelId="{E2763B2B-E2EC-4679-8097-578679ACF734}" type="parTrans" cxnId="{FD10EAD8-DCA7-4D75-AAC8-F80EE5FA57CA}">
      <dgm:prSet/>
      <dgm:spPr/>
      <dgm:t>
        <a:bodyPr/>
        <a:lstStyle/>
        <a:p>
          <a:endParaRPr lang="en-US"/>
        </a:p>
      </dgm:t>
    </dgm:pt>
    <dgm:pt modelId="{4740D8F7-0D02-4966-9E12-3CA99ECBAB0D}" type="sibTrans" cxnId="{FD10EAD8-DCA7-4D75-AAC8-F80EE5FA57CA}">
      <dgm:prSet/>
      <dgm:spPr/>
      <dgm:t>
        <a:bodyPr/>
        <a:lstStyle/>
        <a:p>
          <a:endParaRPr lang="en-US"/>
        </a:p>
      </dgm:t>
    </dgm:pt>
    <dgm:pt modelId="{30D4BC21-19E8-4243-880D-1E5E0FFC0D08}">
      <dgm:prSet/>
      <dgm:spPr/>
      <dgm:t>
        <a:bodyPr/>
        <a:lstStyle/>
        <a:p>
          <a:r>
            <a:rPr lang="fr-BE"/>
            <a:t>Database </a:t>
          </a:r>
          <a:endParaRPr lang="en-US"/>
        </a:p>
      </dgm:t>
    </dgm:pt>
    <dgm:pt modelId="{811D8EDA-285A-4D76-AD24-B4945B2A6E37}" type="parTrans" cxnId="{31938E84-2DFD-49B9-A6CB-6E8D9B6EA3D3}">
      <dgm:prSet/>
      <dgm:spPr/>
      <dgm:t>
        <a:bodyPr/>
        <a:lstStyle/>
        <a:p>
          <a:endParaRPr lang="en-US"/>
        </a:p>
      </dgm:t>
    </dgm:pt>
    <dgm:pt modelId="{5BF7C57D-61BF-47F2-8512-1AB8D8143562}" type="sibTrans" cxnId="{31938E84-2DFD-49B9-A6CB-6E8D9B6EA3D3}">
      <dgm:prSet/>
      <dgm:spPr/>
      <dgm:t>
        <a:bodyPr/>
        <a:lstStyle/>
        <a:p>
          <a:endParaRPr lang="en-US"/>
        </a:p>
      </dgm:t>
    </dgm:pt>
    <dgm:pt modelId="{C9AB90B5-0199-47CD-A6F4-BC991BB878AE}">
      <dgm:prSet/>
      <dgm:spPr/>
      <dgm:t>
        <a:bodyPr/>
        <a:lstStyle/>
        <a:p>
          <a:r>
            <a:rPr lang="fr-BE"/>
            <a:t>Opération d’ajout / suppression / edition </a:t>
          </a:r>
          <a:endParaRPr lang="en-US"/>
        </a:p>
      </dgm:t>
    </dgm:pt>
    <dgm:pt modelId="{776CA484-4F92-4F93-83BE-59329C5B0B01}" type="parTrans" cxnId="{808571A3-565E-4471-9E1B-E4D580A94515}">
      <dgm:prSet/>
      <dgm:spPr/>
      <dgm:t>
        <a:bodyPr/>
        <a:lstStyle/>
        <a:p>
          <a:endParaRPr lang="en-US"/>
        </a:p>
      </dgm:t>
    </dgm:pt>
    <dgm:pt modelId="{59A94181-9C9A-490C-8247-872516FE22B2}" type="sibTrans" cxnId="{808571A3-565E-4471-9E1B-E4D580A94515}">
      <dgm:prSet/>
      <dgm:spPr/>
      <dgm:t>
        <a:bodyPr/>
        <a:lstStyle/>
        <a:p>
          <a:endParaRPr lang="en-US"/>
        </a:p>
      </dgm:t>
    </dgm:pt>
    <dgm:pt modelId="{B9AA5350-0E4C-466D-89F2-B00403B775DC}">
      <dgm:prSet/>
      <dgm:spPr/>
      <dgm:t>
        <a:bodyPr/>
        <a:lstStyle/>
        <a:p>
          <a:r>
            <a:rPr lang="fr-BE"/>
            <a:t>Stratégie de backup</a:t>
          </a:r>
          <a:endParaRPr lang="en-US"/>
        </a:p>
      </dgm:t>
    </dgm:pt>
    <dgm:pt modelId="{D965CA52-0726-462B-BD45-0F4D6C2FE5B8}" type="parTrans" cxnId="{4897C1C1-DA86-49E4-8F84-11E6A28C5172}">
      <dgm:prSet/>
      <dgm:spPr/>
      <dgm:t>
        <a:bodyPr/>
        <a:lstStyle/>
        <a:p>
          <a:endParaRPr lang="en-US"/>
        </a:p>
      </dgm:t>
    </dgm:pt>
    <dgm:pt modelId="{800BE811-41DC-4684-B901-D658A40A334E}" type="sibTrans" cxnId="{4897C1C1-DA86-49E4-8F84-11E6A28C5172}">
      <dgm:prSet/>
      <dgm:spPr/>
      <dgm:t>
        <a:bodyPr/>
        <a:lstStyle/>
        <a:p>
          <a:endParaRPr lang="en-US"/>
        </a:p>
      </dgm:t>
    </dgm:pt>
    <dgm:pt modelId="{064B25BB-4E18-40C3-828B-73C9630D6275}">
      <dgm:prSet/>
      <dgm:spPr/>
      <dgm:t>
        <a:bodyPr/>
        <a:lstStyle/>
        <a:p>
          <a:r>
            <a:rPr lang="fr-BE" dirty="0"/>
            <a:t>Stratégie de restore</a:t>
          </a:r>
          <a:endParaRPr lang="en-US" dirty="0"/>
        </a:p>
      </dgm:t>
    </dgm:pt>
    <dgm:pt modelId="{90E7E63B-12E6-49B5-B9B4-65C43D135C1A}" type="parTrans" cxnId="{110EF0CB-C315-4B70-BCEC-E2AFCD3ABD96}">
      <dgm:prSet/>
      <dgm:spPr/>
      <dgm:t>
        <a:bodyPr/>
        <a:lstStyle/>
        <a:p>
          <a:endParaRPr lang="en-US"/>
        </a:p>
      </dgm:t>
    </dgm:pt>
    <dgm:pt modelId="{104CF60F-A498-471F-812B-01D0816C0848}" type="sibTrans" cxnId="{110EF0CB-C315-4B70-BCEC-E2AFCD3ABD96}">
      <dgm:prSet/>
      <dgm:spPr/>
      <dgm:t>
        <a:bodyPr/>
        <a:lstStyle/>
        <a:p>
          <a:endParaRPr lang="en-US"/>
        </a:p>
      </dgm:t>
    </dgm:pt>
    <dgm:pt modelId="{AB4499B8-1204-4D7F-9E6A-80F049CC77B5}">
      <dgm:prSet/>
      <dgm:spPr/>
      <dgm:t>
        <a:bodyPr/>
        <a:lstStyle/>
        <a:p>
          <a:r>
            <a:rPr lang="fr-BE"/>
            <a:t>Validation</a:t>
          </a:r>
          <a:endParaRPr lang="en-US"/>
        </a:p>
      </dgm:t>
    </dgm:pt>
    <dgm:pt modelId="{09E95257-73C0-488B-9C8B-192B32FB0632}" type="parTrans" cxnId="{1C828209-F59A-47D2-8526-A1D44B3EA9C4}">
      <dgm:prSet/>
      <dgm:spPr/>
      <dgm:t>
        <a:bodyPr/>
        <a:lstStyle/>
        <a:p>
          <a:endParaRPr lang="en-US"/>
        </a:p>
      </dgm:t>
    </dgm:pt>
    <dgm:pt modelId="{7F580E7F-1782-4FA6-B871-98112C76C027}" type="sibTrans" cxnId="{1C828209-F59A-47D2-8526-A1D44B3EA9C4}">
      <dgm:prSet/>
      <dgm:spPr/>
      <dgm:t>
        <a:bodyPr/>
        <a:lstStyle/>
        <a:p>
          <a:endParaRPr lang="en-US"/>
        </a:p>
      </dgm:t>
    </dgm:pt>
    <dgm:pt modelId="{1D42E0C5-003B-42D3-BE73-901D3B1974DF}">
      <dgm:prSet/>
      <dgm:spPr/>
      <dgm:t>
        <a:bodyPr/>
        <a:lstStyle/>
        <a:p>
          <a:r>
            <a:rPr lang="fr-BE" dirty="0"/>
            <a:t>Validation de formulaire sur plusieurs niveaux </a:t>
          </a:r>
          <a:endParaRPr lang="en-US" dirty="0"/>
        </a:p>
      </dgm:t>
    </dgm:pt>
    <dgm:pt modelId="{C27797DA-4481-41DD-AF6C-00A0D2497568}" type="parTrans" cxnId="{5C9C44ED-D36E-4D63-A5D2-AE51B8495E45}">
      <dgm:prSet/>
      <dgm:spPr/>
      <dgm:t>
        <a:bodyPr/>
        <a:lstStyle/>
        <a:p>
          <a:endParaRPr lang="en-US"/>
        </a:p>
      </dgm:t>
    </dgm:pt>
    <dgm:pt modelId="{249D1F13-C5B1-4241-8CD1-DDE6E88C38F1}" type="sibTrans" cxnId="{5C9C44ED-D36E-4D63-A5D2-AE51B8495E45}">
      <dgm:prSet/>
      <dgm:spPr/>
      <dgm:t>
        <a:bodyPr/>
        <a:lstStyle/>
        <a:p>
          <a:endParaRPr lang="en-US"/>
        </a:p>
      </dgm:t>
    </dgm:pt>
    <dgm:pt modelId="{77239E61-FF81-44C6-8763-0028C4A0FC38}">
      <dgm:prSet/>
      <dgm:spPr/>
      <dgm:t>
        <a:bodyPr/>
        <a:lstStyle/>
        <a:p>
          <a:r>
            <a:rPr lang="fr-BE"/>
            <a:t>Applicatif</a:t>
          </a:r>
          <a:endParaRPr lang="en-US"/>
        </a:p>
      </dgm:t>
    </dgm:pt>
    <dgm:pt modelId="{99573253-6E72-4D67-96B2-DA066816919B}" type="parTrans" cxnId="{4B56CBB9-B9D5-41EF-B5F2-4D201619713B}">
      <dgm:prSet/>
      <dgm:spPr/>
      <dgm:t>
        <a:bodyPr/>
        <a:lstStyle/>
        <a:p>
          <a:endParaRPr lang="en-US"/>
        </a:p>
      </dgm:t>
    </dgm:pt>
    <dgm:pt modelId="{5EB9EC46-7A34-491A-87AE-130246EACD7D}" type="sibTrans" cxnId="{4B56CBB9-B9D5-41EF-B5F2-4D201619713B}">
      <dgm:prSet/>
      <dgm:spPr/>
      <dgm:t>
        <a:bodyPr/>
        <a:lstStyle/>
        <a:p>
          <a:endParaRPr lang="en-US"/>
        </a:p>
      </dgm:t>
    </dgm:pt>
    <dgm:pt modelId="{2313B1EF-8B24-4168-A179-6077A088EE7E}">
      <dgm:prSet/>
      <dgm:spPr/>
      <dgm:t>
        <a:bodyPr/>
        <a:lstStyle/>
        <a:p>
          <a:r>
            <a:rPr lang="fr-BE" dirty="0"/>
            <a:t>Infrastructure </a:t>
          </a:r>
          <a:endParaRPr lang="en-US" dirty="0"/>
        </a:p>
      </dgm:t>
    </dgm:pt>
    <dgm:pt modelId="{F2DEB60D-47E1-4DC4-BB23-DF6862083756}" type="parTrans" cxnId="{46FFE34D-B539-451A-A1F4-857B6E8581D3}">
      <dgm:prSet/>
      <dgm:spPr/>
      <dgm:t>
        <a:bodyPr/>
        <a:lstStyle/>
        <a:p>
          <a:endParaRPr lang="en-US"/>
        </a:p>
      </dgm:t>
    </dgm:pt>
    <dgm:pt modelId="{6102476E-098E-44C6-9A05-C2F153F11E47}" type="sibTrans" cxnId="{46FFE34D-B539-451A-A1F4-857B6E8581D3}">
      <dgm:prSet/>
      <dgm:spPr/>
      <dgm:t>
        <a:bodyPr/>
        <a:lstStyle/>
        <a:p>
          <a:endParaRPr lang="en-US"/>
        </a:p>
      </dgm:t>
    </dgm:pt>
    <dgm:pt modelId="{BE73C951-EDED-4118-BFE7-1E4F5E75BBC8}">
      <dgm:prSet/>
      <dgm:spPr/>
      <dgm:t>
        <a:bodyPr/>
        <a:lstStyle/>
        <a:p>
          <a:r>
            <a:rPr lang="fr-BE"/>
            <a:t>Test</a:t>
          </a:r>
          <a:endParaRPr lang="en-US"/>
        </a:p>
      </dgm:t>
    </dgm:pt>
    <dgm:pt modelId="{BAE9E1E6-C1B6-4874-8113-0DE95B2D0EA0}" type="parTrans" cxnId="{7E2D68EF-4C54-491D-8996-3FC3F7FC9BBC}">
      <dgm:prSet/>
      <dgm:spPr/>
      <dgm:t>
        <a:bodyPr/>
        <a:lstStyle/>
        <a:p>
          <a:endParaRPr lang="en-US"/>
        </a:p>
      </dgm:t>
    </dgm:pt>
    <dgm:pt modelId="{B3C4A752-B4F8-44C9-9509-E693881BDBE6}" type="sibTrans" cxnId="{7E2D68EF-4C54-491D-8996-3FC3F7FC9BBC}">
      <dgm:prSet/>
      <dgm:spPr/>
      <dgm:t>
        <a:bodyPr/>
        <a:lstStyle/>
        <a:p>
          <a:endParaRPr lang="en-US"/>
        </a:p>
      </dgm:t>
    </dgm:pt>
    <dgm:pt modelId="{2A35B329-D99D-47FC-993B-868FF9781885}">
      <dgm:prSet/>
      <dgm:spPr/>
      <dgm:t>
        <a:bodyPr/>
        <a:lstStyle/>
        <a:p>
          <a:r>
            <a:rPr lang="fr-BE" dirty="0"/>
            <a:t>Test unitaire</a:t>
          </a:r>
        </a:p>
        <a:p>
          <a:r>
            <a:rPr lang="fr-BE" dirty="0"/>
            <a:t>Test utilisateur </a:t>
          </a:r>
          <a:endParaRPr lang="en-US" dirty="0"/>
        </a:p>
      </dgm:t>
    </dgm:pt>
    <dgm:pt modelId="{AB722320-C5BE-412F-BAB5-6367147932F3}" type="parTrans" cxnId="{D4F9B7AC-B68A-418A-BA03-2D4B8D6784CA}">
      <dgm:prSet/>
      <dgm:spPr/>
      <dgm:t>
        <a:bodyPr/>
        <a:lstStyle/>
        <a:p>
          <a:endParaRPr lang="en-US"/>
        </a:p>
      </dgm:t>
    </dgm:pt>
    <dgm:pt modelId="{2F1F04F4-9EBD-4DBE-A5AC-5857D7995F6A}" type="sibTrans" cxnId="{D4F9B7AC-B68A-418A-BA03-2D4B8D6784CA}">
      <dgm:prSet/>
      <dgm:spPr/>
      <dgm:t>
        <a:bodyPr/>
        <a:lstStyle/>
        <a:p>
          <a:endParaRPr lang="en-US"/>
        </a:p>
      </dgm:t>
    </dgm:pt>
    <dgm:pt modelId="{A23DD8AE-4308-4C10-B1AA-7B63613B328E}">
      <dgm:prSet/>
      <dgm:spPr/>
      <dgm:t>
        <a:bodyPr/>
        <a:lstStyle/>
        <a:p>
          <a:r>
            <a:rPr lang="en-US" dirty="0"/>
            <a:t>Web client</a:t>
          </a:r>
        </a:p>
      </dgm:t>
    </dgm:pt>
    <dgm:pt modelId="{42784B2F-3436-428E-A6F4-DBFA55F2AAEB}" type="parTrans" cxnId="{06CE1936-BE01-4026-982E-2864AA62A892}">
      <dgm:prSet/>
      <dgm:spPr/>
      <dgm:t>
        <a:bodyPr/>
        <a:lstStyle/>
        <a:p>
          <a:endParaRPr lang="fr-BE"/>
        </a:p>
      </dgm:t>
    </dgm:pt>
    <dgm:pt modelId="{F7AC5D04-41D8-4060-B371-463ABF35F88C}" type="sibTrans" cxnId="{06CE1936-BE01-4026-982E-2864AA62A892}">
      <dgm:prSet/>
      <dgm:spPr/>
      <dgm:t>
        <a:bodyPr/>
        <a:lstStyle/>
        <a:p>
          <a:endParaRPr lang="fr-BE"/>
        </a:p>
      </dgm:t>
    </dgm:pt>
    <dgm:pt modelId="{07D544C4-4ADD-4692-A68F-FF541D3C07D2}">
      <dgm:prSet/>
      <dgm:spPr/>
      <dgm:t>
        <a:bodyPr/>
        <a:lstStyle/>
        <a:p>
          <a:r>
            <a:rPr lang="en-US"/>
            <a:t>Architecture</a:t>
          </a:r>
          <a:endParaRPr lang="en-US" dirty="0"/>
        </a:p>
      </dgm:t>
    </dgm:pt>
    <dgm:pt modelId="{72788107-6265-4E4E-9225-08CF42A66C21}" type="parTrans" cxnId="{47EF2A1E-6C84-4C62-86F2-A283EA7DA522}">
      <dgm:prSet/>
      <dgm:spPr/>
      <dgm:t>
        <a:bodyPr/>
        <a:lstStyle/>
        <a:p>
          <a:endParaRPr lang="fr-BE"/>
        </a:p>
      </dgm:t>
    </dgm:pt>
    <dgm:pt modelId="{8C495D16-1492-4607-9FE9-076547512325}" type="sibTrans" cxnId="{47EF2A1E-6C84-4C62-86F2-A283EA7DA522}">
      <dgm:prSet/>
      <dgm:spPr/>
      <dgm:t>
        <a:bodyPr/>
        <a:lstStyle/>
        <a:p>
          <a:endParaRPr lang="fr-BE"/>
        </a:p>
      </dgm:t>
    </dgm:pt>
    <dgm:pt modelId="{E2DB38B0-7942-4AD3-9669-C397A1533F99}">
      <dgm:prSet/>
      <dgm:spPr/>
      <dgm:t>
        <a:bodyPr/>
        <a:lstStyle/>
        <a:p>
          <a:r>
            <a:rPr lang="en-US" dirty="0"/>
            <a:t>Mise </a:t>
          </a:r>
          <a:r>
            <a:rPr lang="en-US" dirty="0" err="1"/>
            <a:t>en</a:t>
          </a:r>
          <a:r>
            <a:rPr lang="en-US" dirty="0"/>
            <a:t> place </a:t>
          </a:r>
          <a:r>
            <a:rPr lang="en-US" dirty="0" err="1"/>
            <a:t>d’une</a:t>
          </a:r>
          <a:r>
            <a:rPr lang="en-US" dirty="0"/>
            <a:t> architecture DDD, Multi Layered</a:t>
          </a:r>
        </a:p>
      </dgm:t>
    </dgm:pt>
    <dgm:pt modelId="{958E3BBA-DD7A-4C18-AA93-12687F2F953C}" type="parTrans" cxnId="{7E5A4C6A-BE4E-41E8-8F21-95B091B1A12B}">
      <dgm:prSet/>
      <dgm:spPr/>
      <dgm:t>
        <a:bodyPr/>
        <a:lstStyle/>
        <a:p>
          <a:endParaRPr lang="fr-BE"/>
        </a:p>
      </dgm:t>
    </dgm:pt>
    <dgm:pt modelId="{0BD3579A-CE7B-4775-A7AF-3B99B2E5D131}" type="sibTrans" cxnId="{7E5A4C6A-BE4E-41E8-8F21-95B091B1A12B}">
      <dgm:prSet/>
      <dgm:spPr/>
      <dgm:t>
        <a:bodyPr/>
        <a:lstStyle/>
        <a:p>
          <a:endParaRPr lang="fr-BE"/>
        </a:p>
      </dgm:t>
    </dgm:pt>
    <dgm:pt modelId="{DDE64867-9736-43F3-9190-C005F6EFAEEE}">
      <dgm:prSet/>
      <dgm:spPr/>
      <dgm:t>
        <a:bodyPr/>
        <a:lstStyle/>
        <a:p>
          <a:endParaRPr lang="en-US" dirty="0"/>
        </a:p>
      </dgm:t>
    </dgm:pt>
    <dgm:pt modelId="{32F30EC3-350C-46A1-BC59-A952923CA827}" type="parTrans" cxnId="{53A57F34-5A89-4167-8FEB-E88807BE0760}">
      <dgm:prSet/>
      <dgm:spPr/>
      <dgm:t>
        <a:bodyPr/>
        <a:lstStyle/>
        <a:p>
          <a:endParaRPr lang="fr-BE"/>
        </a:p>
      </dgm:t>
    </dgm:pt>
    <dgm:pt modelId="{B3253535-26EB-44AD-8083-C473C275EC10}" type="sibTrans" cxnId="{53A57F34-5A89-4167-8FEB-E88807BE0760}">
      <dgm:prSet/>
      <dgm:spPr/>
      <dgm:t>
        <a:bodyPr/>
        <a:lstStyle/>
        <a:p>
          <a:endParaRPr lang="fr-BE"/>
        </a:p>
      </dgm:t>
    </dgm:pt>
    <dgm:pt modelId="{D984FF35-F721-4553-925B-5245107178AD}" type="pres">
      <dgm:prSet presAssocID="{37F7DC3B-C6CA-4AFC-8CBA-C790C0CA8855}" presName="Name0" presStyleCnt="0">
        <dgm:presLayoutVars>
          <dgm:dir/>
          <dgm:animLvl val="lvl"/>
          <dgm:resizeHandles val="exact"/>
        </dgm:presLayoutVars>
      </dgm:prSet>
      <dgm:spPr/>
    </dgm:pt>
    <dgm:pt modelId="{BADF4BCD-9928-4012-8CFE-60F52B4FF6B5}" type="pres">
      <dgm:prSet presAssocID="{BE73C951-EDED-4118-BFE7-1E4F5E75BBC8}" presName="boxAndChildren" presStyleCnt="0"/>
      <dgm:spPr/>
    </dgm:pt>
    <dgm:pt modelId="{9505A762-9249-4FE5-BAB8-7FADE395627E}" type="pres">
      <dgm:prSet presAssocID="{BE73C951-EDED-4118-BFE7-1E4F5E75BBC8}" presName="parentTextBox" presStyleLbl="alignNode1" presStyleIdx="0" presStyleCnt="5"/>
      <dgm:spPr/>
    </dgm:pt>
    <dgm:pt modelId="{58E1DBA6-8D64-4FEF-945E-558AE2A76512}" type="pres">
      <dgm:prSet presAssocID="{BE73C951-EDED-4118-BFE7-1E4F5E75BBC8}" presName="descendantBox" presStyleLbl="bgAccFollowNode1" presStyleIdx="0" presStyleCnt="5"/>
      <dgm:spPr/>
    </dgm:pt>
    <dgm:pt modelId="{8A7640CD-5536-45D2-82D5-79784F1F699E}" type="pres">
      <dgm:prSet presAssocID="{7F580E7F-1782-4FA6-B871-98112C76C027}" presName="sp" presStyleCnt="0"/>
      <dgm:spPr/>
    </dgm:pt>
    <dgm:pt modelId="{6F8E8545-98F8-4F16-B17C-29D8E2DE7492}" type="pres">
      <dgm:prSet presAssocID="{AB4499B8-1204-4D7F-9E6A-80F049CC77B5}" presName="arrowAndChildren" presStyleCnt="0"/>
      <dgm:spPr/>
    </dgm:pt>
    <dgm:pt modelId="{7225052F-2B65-4170-9E82-4A3891CC9203}" type="pres">
      <dgm:prSet presAssocID="{AB4499B8-1204-4D7F-9E6A-80F049CC77B5}" presName="parentTextArrow" presStyleLbl="node1" presStyleIdx="0" presStyleCnt="0"/>
      <dgm:spPr/>
    </dgm:pt>
    <dgm:pt modelId="{451058D1-92DE-424C-9CF6-3980E875D1AD}" type="pres">
      <dgm:prSet presAssocID="{AB4499B8-1204-4D7F-9E6A-80F049CC77B5}" presName="arrow" presStyleLbl="alignNode1" presStyleIdx="1" presStyleCnt="5"/>
      <dgm:spPr/>
    </dgm:pt>
    <dgm:pt modelId="{4953AA27-8DF8-4017-B52C-2EBEA3097A45}" type="pres">
      <dgm:prSet presAssocID="{AB4499B8-1204-4D7F-9E6A-80F049CC77B5}" presName="descendantArrow" presStyleLbl="bgAccFollowNode1" presStyleIdx="1" presStyleCnt="5"/>
      <dgm:spPr/>
    </dgm:pt>
    <dgm:pt modelId="{FC23F037-3DDE-4F8F-B13F-E8AB61DEB3BF}" type="pres">
      <dgm:prSet presAssocID="{8C495D16-1492-4607-9FE9-076547512325}" presName="sp" presStyleCnt="0"/>
      <dgm:spPr/>
    </dgm:pt>
    <dgm:pt modelId="{0D2F89DF-B9BB-43C6-BDE0-B247D851C05A}" type="pres">
      <dgm:prSet presAssocID="{07D544C4-4ADD-4692-A68F-FF541D3C07D2}" presName="arrowAndChildren" presStyleCnt="0"/>
      <dgm:spPr/>
    </dgm:pt>
    <dgm:pt modelId="{11A4F4E5-3F2A-4288-BB86-F57D1177F62C}" type="pres">
      <dgm:prSet presAssocID="{07D544C4-4ADD-4692-A68F-FF541D3C07D2}" presName="parentTextArrow" presStyleLbl="node1" presStyleIdx="0" presStyleCnt="0"/>
      <dgm:spPr/>
    </dgm:pt>
    <dgm:pt modelId="{F0080514-BBC0-416D-AF34-156B21ACA633}" type="pres">
      <dgm:prSet presAssocID="{07D544C4-4ADD-4692-A68F-FF541D3C07D2}" presName="arrow" presStyleLbl="alignNode1" presStyleIdx="2" presStyleCnt="5"/>
      <dgm:spPr/>
    </dgm:pt>
    <dgm:pt modelId="{75742CDD-C809-44F9-AB06-405E7CF1BD34}" type="pres">
      <dgm:prSet presAssocID="{07D544C4-4ADD-4692-A68F-FF541D3C07D2}" presName="descendantArrow" presStyleLbl="bgAccFollowNode1" presStyleIdx="2" presStyleCnt="5"/>
      <dgm:spPr/>
    </dgm:pt>
    <dgm:pt modelId="{3E71CC09-D504-4F5B-879B-47466E8E8DAE}" type="pres">
      <dgm:prSet presAssocID="{5BF7C57D-61BF-47F2-8512-1AB8D8143562}" presName="sp" presStyleCnt="0"/>
      <dgm:spPr/>
    </dgm:pt>
    <dgm:pt modelId="{1A76A577-D5B8-40C8-B802-C04228D13D75}" type="pres">
      <dgm:prSet presAssocID="{30D4BC21-19E8-4243-880D-1E5E0FFC0D08}" presName="arrowAndChildren" presStyleCnt="0"/>
      <dgm:spPr/>
    </dgm:pt>
    <dgm:pt modelId="{11C28DC0-8655-4BAB-974B-6085B9A0BFAD}" type="pres">
      <dgm:prSet presAssocID="{30D4BC21-19E8-4243-880D-1E5E0FFC0D08}" presName="parentTextArrow" presStyleLbl="node1" presStyleIdx="0" presStyleCnt="0"/>
      <dgm:spPr/>
    </dgm:pt>
    <dgm:pt modelId="{EE73616A-C0F8-42C3-8548-2288677FB1ED}" type="pres">
      <dgm:prSet presAssocID="{30D4BC21-19E8-4243-880D-1E5E0FFC0D08}" presName="arrow" presStyleLbl="alignNode1" presStyleIdx="3" presStyleCnt="5"/>
      <dgm:spPr/>
    </dgm:pt>
    <dgm:pt modelId="{DE3C1840-0188-46C4-9EE0-4593EB6CCADC}" type="pres">
      <dgm:prSet presAssocID="{30D4BC21-19E8-4243-880D-1E5E0FFC0D08}" presName="descendantArrow" presStyleLbl="bgAccFollowNode1" presStyleIdx="3" presStyleCnt="5"/>
      <dgm:spPr/>
    </dgm:pt>
    <dgm:pt modelId="{AD8EEB4E-51A0-4D52-8F0B-C96AF89FC806}" type="pres">
      <dgm:prSet presAssocID="{AC3A1007-9D37-4E99-AE71-220B28EE1E7B}" presName="sp" presStyleCnt="0"/>
      <dgm:spPr/>
    </dgm:pt>
    <dgm:pt modelId="{98C24518-D08B-4714-94E8-3F4F2DA52494}" type="pres">
      <dgm:prSet presAssocID="{4EE67616-C1BC-4863-85AD-97790044C4A1}" presName="arrowAndChildren" presStyleCnt="0"/>
      <dgm:spPr/>
    </dgm:pt>
    <dgm:pt modelId="{E6BD3A29-22AC-4E18-9DC0-100E00E43CD2}" type="pres">
      <dgm:prSet presAssocID="{4EE67616-C1BC-4863-85AD-97790044C4A1}" presName="parentTextArrow" presStyleLbl="node1" presStyleIdx="0" presStyleCnt="0"/>
      <dgm:spPr/>
    </dgm:pt>
    <dgm:pt modelId="{7254664E-26DF-41FD-995B-65D4D312B5AE}" type="pres">
      <dgm:prSet presAssocID="{4EE67616-C1BC-4863-85AD-97790044C4A1}" presName="arrow" presStyleLbl="alignNode1" presStyleIdx="4" presStyleCnt="5"/>
      <dgm:spPr/>
    </dgm:pt>
    <dgm:pt modelId="{1FBE3BD7-A8AB-4281-92BD-9FD713CF1840}" type="pres">
      <dgm:prSet presAssocID="{4EE67616-C1BC-4863-85AD-97790044C4A1}" presName="descendantArrow" presStyleLbl="bgAccFollowNode1" presStyleIdx="4" presStyleCnt="5"/>
      <dgm:spPr/>
    </dgm:pt>
  </dgm:ptLst>
  <dgm:cxnLst>
    <dgm:cxn modelId="{788AE408-998E-40A8-81CB-D19AE220A16D}" type="presOf" srcId="{AB4499B8-1204-4D7F-9E6A-80F049CC77B5}" destId="{7225052F-2B65-4170-9E82-4A3891CC9203}" srcOrd="0" destOrd="0" presId="urn:microsoft.com/office/officeart/2016/7/layout/VerticalDownArrowProcess"/>
    <dgm:cxn modelId="{1C828209-F59A-47D2-8526-A1D44B3EA9C4}" srcId="{37F7DC3B-C6CA-4AFC-8CBA-C790C0CA8855}" destId="{AB4499B8-1204-4D7F-9E6A-80F049CC77B5}" srcOrd="3" destOrd="0" parTransId="{09E95257-73C0-488B-9C8B-192B32FB0632}" sibTransId="{7F580E7F-1782-4FA6-B871-98112C76C027}"/>
    <dgm:cxn modelId="{DFA3CF15-A270-4588-A9EB-FED43021B4E6}" type="presOf" srcId="{63A7C5EB-476F-4D89-9AD3-FA6ED250D29A}" destId="{1FBE3BD7-A8AB-4281-92BD-9FD713CF1840}" srcOrd="0" destOrd="2" presId="urn:microsoft.com/office/officeart/2016/7/layout/VerticalDownArrowProcess"/>
    <dgm:cxn modelId="{47EF2A1E-6C84-4C62-86F2-A283EA7DA522}" srcId="{37F7DC3B-C6CA-4AFC-8CBA-C790C0CA8855}" destId="{07D544C4-4ADD-4692-A68F-FF541D3C07D2}" srcOrd="2" destOrd="0" parTransId="{72788107-6265-4E4E-9225-08CF42A66C21}" sibTransId="{8C495D16-1492-4607-9FE9-076547512325}"/>
    <dgm:cxn modelId="{205EB724-3FB6-4DB9-9453-3ED740CEAD27}" type="presOf" srcId="{064B25BB-4E18-40C3-828B-73C9630D6275}" destId="{DE3C1840-0188-46C4-9EE0-4593EB6CCADC}" srcOrd="0" destOrd="2" presId="urn:microsoft.com/office/officeart/2016/7/layout/VerticalDownArrowProcess"/>
    <dgm:cxn modelId="{53A57F34-5A89-4167-8FEB-E88807BE0760}" srcId="{BE73C951-EDED-4118-BFE7-1E4F5E75BBC8}" destId="{DDE64867-9736-43F3-9190-C005F6EFAEEE}" srcOrd="1" destOrd="0" parTransId="{32F30EC3-350C-46A1-BC59-A952923CA827}" sibTransId="{B3253535-26EB-44AD-8083-C473C275EC10}"/>
    <dgm:cxn modelId="{06CE1936-BE01-4026-982E-2864AA62A892}" srcId="{1D42E0C5-003B-42D3-BE73-901D3B1974DF}" destId="{A23DD8AE-4308-4C10-B1AA-7B63613B328E}" srcOrd="2" destOrd="0" parTransId="{42784B2F-3436-428E-A6F4-DBFA55F2AAEB}" sibTransId="{F7AC5D04-41D8-4060-B371-463ABF35F88C}"/>
    <dgm:cxn modelId="{9A537B5D-A95F-4F2D-8967-7C5C816D270F}" srcId="{4EE67616-C1BC-4863-85AD-97790044C4A1}" destId="{C96D9F7A-8DB9-44FC-84C6-BF9E8756DFED}" srcOrd="1" destOrd="0" parTransId="{9A5BA3F1-030B-4453-838E-95381161D886}" sibTransId="{A925D355-18C3-4012-85E0-51A883150A43}"/>
    <dgm:cxn modelId="{ECF64441-FB65-4943-9B93-2F0C34D5A99A}" srcId="{37F7DC3B-C6CA-4AFC-8CBA-C790C0CA8855}" destId="{4EE67616-C1BC-4863-85AD-97790044C4A1}" srcOrd="0" destOrd="0" parTransId="{0AF76D52-103A-4042-BAD4-B6768F42DD15}" sibTransId="{AC3A1007-9D37-4E99-AE71-220B28EE1E7B}"/>
    <dgm:cxn modelId="{0505F841-FFFA-4517-99D3-AC654F50D885}" type="presOf" srcId="{B9AA5350-0E4C-466D-89F2-B00403B775DC}" destId="{DE3C1840-0188-46C4-9EE0-4593EB6CCADC}" srcOrd="0" destOrd="1" presId="urn:microsoft.com/office/officeart/2016/7/layout/VerticalDownArrowProcess"/>
    <dgm:cxn modelId="{7E5A4C6A-BE4E-41E8-8F21-95B091B1A12B}" srcId="{07D544C4-4ADD-4692-A68F-FF541D3C07D2}" destId="{E2DB38B0-7942-4AD3-9669-C397A1533F99}" srcOrd="0" destOrd="0" parTransId="{958E3BBA-DD7A-4C18-AA93-12687F2F953C}" sibTransId="{0BD3579A-CE7B-4775-A7AF-3B99B2E5D131}"/>
    <dgm:cxn modelId="{46FFE34D-B539-451A-A1F4-857B6E8581D3}" srcId="{1D42E0C5-003B-42D3-BE73-901D3B1974DF}" destId="{2313B1EF-8B24-4168-A179-6077A088EE7E}" srcOrd="1" destOrd="0" parTransId="{F2DEB60D-47E1-4DC4-BB23-DF6862083756}" sibTransId="{6102476E-098E-44C6-9A05-C2F153F11E47}"/>
    <dgm:cxn modelId="{23E7194E-E010-4D62-AFF4-04160A8D6769}" type="presOf" srcId="{4EE67616-C1BC-4863-85AD-97790044C4A1}" destId="{E6BD3A29-22AC-4E18-9DC0-100E00E43CD2}" srcOrd="0" destOrd="0" presId="urn:microsoft.com/office/officeart/2016/7/layout/VerticalDownArrowProcess"/>
    <dgm:cxn modelId="{CDD7DE52-2DD8-46C6-BDCD-4801CF69B3F8}" type="presOf" srcId="{07D544C4-4ADD-4692-A68F-FF541D3C07D2}" destId="{11A4F4E5-3F2A-4288-BB86-F57D1177F62C}" srcOrd="0" destOrd="0" presId="urn:microsoft.com/office/officeart/2016/7/layout/VerticalDownArrowProcess"/>
    <dgm:cxn modelId="{E3D56B56-D882-4BF1-B7F1-2D3D7DA9DB9C}" type="presOf" srcId="{A23DD8AE-4308-4C10-B1AA-7B63613B328E}" destId="{4953AA27-8DF8-4017-B52C-2EBEA3097A45}" srcOrd="0" destOrd="3" presId="urn:microsoft.com/office/officeart/2016/7/layout/VerticalDownArrowProcess"/>
    <dgm:cxn modelId="{53DB0257-5EAC-4A9C-80D0-BEEC98F1A2F4}" type="presOf" srcId="{C96D9F7A-8DB9-44FC-84C6-BF9E8756DFED}" destId="{1FBE3BD7-A8AB-4281-92BD-9FD713CF1840}" srcOrd="0" destOrd="1" presId="urn:microsoft.com/office/officeart/2016/7/layout/VerticalDownArrowProcess"/>
    <dgm:cxn modelId="{A3BE8977-815D-4CA0-80C2-9258E3254560}" type="presOf" srcId="{1D42E0C5-003B-42D3-BE73-901D3B1974DF}" destId="{4953AA27-8DF8-4017-B52C-2EBEA3097A45}" srcOrd="0" destOrd="0" presId="urn:microsoft.com/office/officeart/2016/7/layout/VerticalDownArrowProcess"/>
    <dgm:cxn modelId="{7E89F17F-FE03-4737-8087-44A5FB32B0ED}" type="presOf" srcId="{C9AB90B5-0199-47CD-A6F4-BC991BB878AE}" destId="{DE3C1840-0188-46C4-9EE0-4593EB6CCADC}" srcOrd="0" destOrd="0" presId="urn:microsoft.com/office/officeart/2016/7/layout/VerticalDownArrowProcess"/>
    <dgm:cxn modelId="{31938E84-2DFD-49B9-A6CB-6E8D9B6EA3D3}" srcId="{37F7DC3B-C6CA-4AFC-8CBA-C790C0CA8855}" destId="{30D4BC21-19E8-4243-880D-1E5E0FFC0D08}" srcOrd="1" destOrd="0" parTransId="{811D8EDA-285A-4D76-AD24-B4945B2A6E37}" sibTransId="{5BF7C57D-61BF-47F2-8512-1AB8D8143562}"/>
    <dgm:cxn modelId="{98B8EAA0-A71F-423F-BAFF-8DA19A3E579C}" type="presOf" srcId="{30D4BC21-19E8-4243-880D-1E5E0FFC0D08}" destId="{11C28DC0-8655-4BAB-974B-6085B9A0BFAD}" srcOrd="0" destOrd="0" presId="urn:microsoft.com/office/officeart/2016/7/layout/VerticalDownArrowProcess"/>
    <dgm:cxn modelId="{5560F8A0-2EEC-46D1-9336-808BD93EAEBB}" type="presOf" srcId="{AB4499B8-1204-4D7F-9E6A-80F049CC77B5}" destId="{451058D1-92DE-424C-9CF6-3980E875D1AD}" srcOrd="1" destOrd="0" presId="urn:microsoft.com/office/officeart/2016/7/layout/VerticalDownArrowProcess"/>
    <dgm:cxn modelId="{808571A3-565E-4471-9E1B-E4D580A94515}" srcId="{30D4BC21-19E8-4243-880D-1E5E0FFC0D08}" destId="{C9AB90B5-0199-47CD-A6F4-BC991BB878AE}" srcOrd="0" destOrd="0" parTransId="{776CA484-4F92-4F93-83BE-59329C5B0B01}" sibTransId="{59A94181-9C9A-490C-8247-872516FE22B2}"/>
    <dgm:cxn modelId="{65D7AEA4-6EC6-4531-B75C-9F747DA978A3}" type="presOf" srcId="{37F7DC3B-C6CA-4AFC-8CBA-C790C0CA8855}" destId="{D984FF35-F721-4553-925B-5245107178AD}" srcOrd="0" destOrd="0" presId="urn:microsoft.com/office/officeart/2016/7/layout/VerticalDownArrowProcess"/>
    <dgm:cxn modelId="{842C69A6-79BB-4441-87F4-082BD75CC3BB}" type="presOf" srcId="{2A35B329-D99D-47FC-993B-868FF9781885}" destId="{58E1DBA6-8D64-4FEF-945E-558AE2A76512}" srcOrd="0" destOrd="0" presId="urn:microsoft.com/office/officeart/2016/7/layout/VerticalDownArrowProcess"/>
    <dgm:cxn modelId="{A7379BAC-B9AC-4ACF-AC4B-673A87E7F003}" type="presOf" srcId="{4EE67616-C1BC-4863-85AD-97790044C4A1}" destId="{7254664E-26DF-41FD-995B-65D4D312B5AE}" srcOrd="1" destOrd="0" presId="urn:microsoft.com/office/officeart/2016/7/layout/VerticalDownArrowProcess"/>
    <dgm:cxn modelId="{D4F9B7AC-B68A-418A-BA03-2D4B8D6784CA}" srcId="{BE73C951-EDED-4118-BFE7-1E4F5E75BBC8}" destId="{2A35B329-D99D-47FC-993B-868FF9781885}" srcOrd="0" destOrd="0" parTransId="{AB722320-C5BE-412F-BAB5-6367147932F3}" sibTransId="{2F1F04F4-9EBD-4DBE-A5AC-5857D7995F6A}"/>
    <dgm:cxn modelId="{0749E0AD-EBC4-48B9-9579-E4B0EDE650EB}" type="presOf" srcId="{1D2DA755-2420-4C4D-BA1E-27645794914C}" destId="{1FBE3BD7-A8AB-4281-92BD-9FD713CF1840}" srcOrd="0" destOrd="0" presId="urn:microsoft.com/office/officeart/2016/7/layout/VerticalDownArrowProcess"/>
    <dgm:cxn modelId="{4B56CBB9-B9D5-41EF-B5F2-4D201619713B}" srcId="{1D42E0C5-003B-42D3-BE73-901D3B1974DF}" destId="{77239E61-FF81-44C6-8763-0028C4A0FC38}" srcOrd="0" destOrd="0" parTransId="{99573253-6E72-4D67-96B2-DA066816919B}" sibTransId="{5EB9EC46-7A34-491A-87AE-130246EACD7D}"/>
    <dgm:cxn modelId="{4897C1C1-DA86-49E4-8F84-11E6A28C5172}" srcId="{30D4BC21-19E8-4243-880D-1E5E0FFC0D08}" destId="{B9AA5350-0E4C-466D-89F2-B00403B775DC}" srcOrd="1" destOrd="0" parTransId="{D965CA52-0726-462B-BD45-0F4D6C2FE5B8}" sibTransId="{800BE811-41DC-4684-B901-D658A40A334E}"/>
    <dgm:cxn modelId="{110EF0CB-C315-4B70-BCEC-E2AFCD3ABD96}" srcId="{30D4BC21-19E8-4243-880D-1E5E0FFC0D08}" destId="{064B25BB-4E18-40C3-828B-73C9630D6275}" srcOrd="2" destOrd="0" parTransId="{90E7E63B-12E6-49B5-B9B4-65C43D135C1A}" sibTransId="{104CF60F-A498-471F-812B-01D0816C0848}"/>
    <dgm:cxn modelId="{37B331CF-E815-434B-9504-4388A7A2B093}" type="presOf" srcId="{77239E61-FF81-44C6-8763-0028C4A0FC38}" destId="{4953AA27-8DF8-4017-B52C-2EBEA3097A45}" srcOrd="0" destOrd="1" presId="urn:microsoft.com/office/officeart/2016/7/layout/VerticalDownArrowProcess"/>
    <dgm:cxn modelId="{1E0722D5-8F8E-4598-BA20-80E188C934C8}" type="presOf" srcId="{07D544C4-4ADD-4692-A68F-FF541D3C07D2}" destId="{F0080514-BBC0-416D-AF34-156B21ACA633}" srcOrd="1" destOrd="0" presId="urn:microsoft.com/office/officeart/2016/7/layout/VerticalDownArrowProcess"/>
    <dgm:cxn modelId="{FD10EAD8-DCA7-4D75-AAC8-F80EE5FA57CA}" srcId="{4EE67616-C1BC-4863-85AD-97790044C4A1}" destId="{63A7C5EB-476F-4D89-9AD3-FA6ED250D29A}" srcOrd="2" destOrd="0" parTransId="{E2763B2B-E2EC-4679-8097-578679ACF734}" sibTransId="{4740D8F7-0D02-4966-9E12-3CA99ECBAB0D}"/>
    <dgm:cxn modelId="{B7595ADA-4202-48DF-ADF1-A85F421386F5}" type="presOf" srcId="{BE73C951-EDED-4118-BFE7-1E4F5E75BBC8}" destId="{9505A762-9249-4FE5-BAB8-7FADE395627E}" srcOrd="0" destOrd="0" presId="urn:microsoft.com/office/officeart/2016/7/layout/VerticalDownArrowProcess"/>
    <dgm:cxn modelId="{E65C0CDC-176B-4559-906D-256DFFEC6884}" srcId="{4EE67616-C1BC-4863-85AD-97790044C4A1}" destId="{1D2DA755-2420-4C4D-BA1E-27645794914C}" srcOrd="0" destOrd="0" parTransId="{C63A1083-3E2A-460D-86CD-DE843E8CC728}" sibTransId="{BDE4C400-CF3F-42EB-9627-924FA01DBC26}"/>
    <dgm:cxn modelId="{956311EB-6F73-4A00-BFC0-A1E9C27E6A86}" type="presOf" srcId="{2313B1EF-8B24-4168-A179-6077A088EE7E}" destId="{4953AA27-8DF8-4017-B52C-2EBEA3097A45}" srcOrd="0" destOrd="2" presId="urn:microsoft.com/office/officeart/2016/7/layout/VerticalDownArrowProcess"/>
    <dgm:cxn modelId="{5C9C44ED-D36E-4D63-A5D2-AE51B8495E45}" srcId="{AB4499B8-1204-4D7F-9E6A-80F049CC77B5}" destId="{1D42E0C5-003B-42D3-BE73-901D3B1974DF}" srcOrd="0" destOrd="0" parTransId="{C27797DA-4481-41DD-AF6C-00A0D2497568}" sibTransId="{249D1F13-C5B1-4241-8CD1-DDE6E88C38F1}"/>
    <dgm:cxn modelId="{7E2D68EF-4C54-491D-8996-3FC3F7FC9BBC}" srcId="{37F7DC3B-C6CA-4AFC-8CBA-C790C0CA8855}" destId="{BE73C951-EDED-4118-BFE7-1E4F5E75BBC8}" srcOrd="4" destOrd="0" parTransId="{BAE9E1E6-C1B6-4874-8113-0DE95B2D0EA0}" sibTransId="{B3C4A752-B4F8-44C9-9509-E693881BDBE6}"/>
    <dgm:cxn modelId="{B65ABAF2-F471-4F2A-A079-6EA0E1D2651E}" type="presOf" srcId="{E2DB38B0-7942-4AD3-9669-C397A1533F99}" destId="{75742CDD-C809-44F9-AB06-405E7CF1BD34}" srcOrd="0" destOrd="0" presId="urn:microsoft.com/office/officeart/2016/7/layout/VerticalDownArrowProcess"/>
    <dgm:cxn modelId="{6AB7F7F7-157E-4BF4-9545-B06FED704B1A}" type="presOf" srcId="{30D4BC21-19E8-4243-880D-1E5E0FFC0D08}" destId="{EE73616A-C0F8-42C3-8548-2288677FB1ED}" srcOrd="1" destOrd="0" presId="urn:microsoft.com/office/officeart/2016/7/layout/VerticalDownArrowProcess"/>
    <dgm:cxn modelId="{36D302F9-5385-4EE7-8C90-A990AC1DC3AB}" type="presOf" srcId="{DDE64867-9736-43F3-9190-C005F6EFAEEE}" destId="{58E1DBA6-8D64-4FEF-945E-558AE2A76512}" srcOrd="0" destOrd="1" presId="urn:microsoft.com/office/officeart/2016/7/layout/VerticalDownArrowProcess"/>
    <dgm:cxn modelId="{73830A04-24E2-41E1-B9C3-47D95FCCA459}" type="presParOf" srcId="{D984FF35-F721-4553-925B-5245107178AD}" destId="{BADF4BCD-9928-4012-8CFE-60F52B4FF6B5}" srcOrd="0" destOrd="0" presId="urn:microsoft.com/office/officeart/2016/7/layout/VerticalDownArrowProcess"/>
    <dgm:cxn modelId="{EAC59C59-77D4-465D-A65F-CA7E90126DCF}" type="presParOf" srcId="{BADF4BCD-9928-4012-8CFE-60F52B4FF6B5}" destId="{9505A762-9249-4FE5-BAB8-7FADE395627E}" srcOrd="0" destOrd="0" presId="urn:microsoft.com/office/officeart/2016/7/layout/VerticalDownArrowProcess"/>
    <dgm:cxn modelId="{91042D94-3AF0-40E7-8DE8-D4662076ABBF}" type="presParOf" srcId="{BADF4BCD-9928-4012-8CFE-60F52B4FF6B5}" destId="{58E1DBA6-8D64-4FEF-945E-558AE2A76512}" srcOrd="1" destOrd="0" presId="urn:microsoft.com/office/officeart/2016/7/layout/VerticalDownArrowProcess"/>
    <dgm:cxn modelId="{5F6E547B-F03C-45EC-9D96-B4905F670589}" type="presParOf" srcId="{D984FF35-F721-4553-925B-5245107178AD}" destId="{8A7640CD-5536-45D2-82D5-79784F1F699E}" srcOrd="1" destOrd="0" presId="urn:microsoft.com/office/officeart/2016/7/layout/VerticalDownArrowProcess"/>
    <dgm:cxn modelId="{066F4CD1-AC98-4100-8CFF-1DED132691E6}" type="presParOf" srcId="{D984FF35-F721-4553-925B-5245107178AD}" destId="{6F8E8545-98F8-4F16-B17C-29D8E2DE7492}" srcOrd="2" destOrd="0" presId="urn:microsoft.com/office/officeart/2016/7/layout/VerticalDownArrowProcess"/>
    <dgm:cxn modelId="{FBA69712-4512-493E-8F14-BFF888D6A70B}" type="presParOf" srcId="{6F8E8545-98F8-4F16-B17C-29D8E2DE7492}" destId="{7225052F-2B65-4170-9E82-4A3891CC9203}" srcOrd="0" destOrd="0" presId="urn:microsoft.com/office/officeart/2016/7/layout/VerticalDownArrowProcess"/>
    <dgm:cxn modelId="{5AD767B7-8C37-48C9-B5E5-1B603CAD8CEF}" type="presParOf" srcId="{6F8E8545-98F8-4F16-B17C-29D8E2DE7492}" destId="{451058D1-92DE-424C-9CF6-3980E875D1AD}" srcOrd="1" destOrd="0" presId="urn:microsoft.com/office/officeart/2016/7/layout/VerticalDownArrowProcess"/>
    <dgm:cxn modelId="{3486161A-E655-43AA-B6ED-128EC8A4C1B5}" type="presParOf" srcId="{6F8E8545-98F8-4F16-B17C-29D8E2DE7492}" destId="{4953AA27-8DF8-4017-B52C-2EBEA3097A45}" srcOrd="2" destOrd="0" presId="urn:microsoft.com/office/officeart/2016/7/layout/VerticalDownArrowProcess"/>
    <dgm:cxn modelId="{3F4CA34C-A03D-44CF-8366-ABE957099399}" type="presParOf" srcId="{D984FF35-F721-4553-925B-5245107178AD}" destId="{FC23F037-3DDE-4F8F-B13F-E8AB61DEB3BF}" srcOrd="3" destOrd="0" presId="urn:microsoft.com/office/officeart/2016/7/layout/VerticalDownArrowProcess"/>
    <dgm:cxn modelId="{0DCAAA4E-C24E-404A-8627-DC7F67904FCC}" type="presParOf" srcId="{D984FF35-F721-4553-925B-5245107178AD}" destId="{0D2F89DF-B9BB-43C6-BDE0-B247D851C05A}" srcOrd="4" destOrd="0" presId="urn:microsoft.com/office/officeart/2016/7/layout/VerticalDownArrowProcess"/>
    <dgm:cxn modelId="{4BF55B24-786E-4A98-9CEA-FE80B1B792DC}" type="presParOf" srcId="{0D2F89DF-B9BB-43C6-BDE0-B247D851C05A}" destId="{11A4F4E5-3F2A-4288-BB86-F57D1177F62C}" srcOrd="0" destOrd="0" presId="urn:microsoft.com/office/officeart/2016/7/layout/VerticalDownArrowProcess"/>
    <dgm:cxn modelId="{16FD3064-59CD-4E12-951F-5DE2134C5284}" type="presParOf" srcId="{0D2F89DF-B9BB-43C6-BDE0-B247D851C05A}" destId="{F0080514-BBC0-416D-AF34-156B21ACA633}" srcOrd="1" destOrd="0" presId="urn:microsoft.com/office/officeart/2016/7/layout/VerticalDownArrowProcess"/>
    <dgm:cxn modelId="{D9EE42FA-E8B6-46C3-B395-91A5FEF94A5F}" type="presParOf" srcId="{0D2F89DF-B9BB-43C6-BDE0-B247D851C05A}" destId="{75742CDD-C809-44F9-AB06-405E7CF1BD34}" srcOrd="2" destOrd="0" presId="urn:microsoft.com/office/officeart/2016/7/layout/VerticalDownArrowProcess"/>
    <dgm:cxn modelId="{4CBD8D3A-972C-4077-BD38-5A3A2C8E15EC}" type="presParOf" srcId="{D984FF35-F721-4553-925B-5245107178AD}" destId="{3E71CC09-D504-4F5B-879B-47466E8E8DAE}" srcOrd="5" destOrd="0" presId="urn:microsoft.com/office/officeart/2016/7/layout/VerticalDownArrowProcess"/>
    <dgm:cxn modelId="{464B96FA-6F70-4DD5-9915-26316A442D99}" type="presParOf" srcId="{D984FF35-F721-4553-925B-5245107178AD}" destId="{1A76A577-D5B8-40C8-B802-C04228D13D75}" srcOrd="6" destOrd="0" presId="urn:microsoft.com/office/officeart/2016/7/layout/VerticalDownArrowProcess"/>
    <dgm:cxn modelId="{D8BC1148-7A61-4798-B46D-E6456F72086B}" type="presParOf" srcId="{1A76A577-D5B8-40C8-B802-C04228D13D75}" destId="{11C28DC0-8655-4BAB-974B-6085B9A0BFAD}" srcOrd="0" destOrd="0" presId="urn:microsoft.com/office/officeart/2016/7/layout/VerticalDownArrowProcess"/>
    <dgm:cxn modelId="{7666AADB-5241-4B1F-9FFC-2B2D0D2117FF}" type="presParOf" srcId="{1A76A577-D5B8-40C8-B802-C04228D13D75}" destId="{EE73616A-C0F8-42C3-8548-2288677FB1ED}" srcOrd="1" destOrd="0" presId="urn:microsoft.com/office/officeart/2016/7/layout/VerticalDownArrowProcess"/>
    <dgm:cxn modelId="{3120C81F-17CB-41E3-A2EF-AAFC4FAEA061}" type="presParOf" srcId="{1A76A577-D5B8-40C8-B802-C04228D13D75}" destId="{DE3C1840-0188-46C4-9EE0-4593EB6CCADC}" srcOrd="2" destOrd="0" presId="urn:microsoft.com/office/officeart/2016/7/layout/VerticalDownArrowProcess"/>
    <dgm:cxn modelId="{D86C81D1-9C02-4661-9062-518F89B3C453}" type="presParOf" srcId="{D984FF35-F721-4553-925B-5245107178AD}" destId="{AD8EEB4E-51A0-4D52-8F0B-C96AF89FC806}" srcOrd="7" destOrd="0" presId="urn:microsoft.com/office/officeart/2016/7/layout/VerticalDownArrowProcess"/>
    <dgm:cxn modelId="{ED71B895-EBB3-4706-BB7B-587ACECFEBF9}" type="presParOf" srcId="{D984FF35-F721-4553-925B-5245107178AD}" destId="{98C24518-D08B-4714-94E8-3F4F2DA52494}" srcOrd="8" destOrd="0" presId="urn:microsoft.com/office/officeart/2016/7/layout/VerticalDownArrowProcess"/>
    <dgm:cxn modelId="{8BBFF019-1A74-4067-9801-AE3E0358E91F}" type="presParOf" srcId="{98C24518-D08B-4714-94E8-3F4F2DA52494}" destId="{E6BD3A29-22AC-4E18-9DC0-100E00E43CD2}" srcOrd="0" destOrd="0" presId="urn:microsoft.com/office/officeart/2016/7/layout/VerticalDownArrowProcess"/>
    <dgm:cxn modelId="{259E9FFC-C5FA-4887-97A3-AA465CCD60D4}" type="presParOf" srcId="{98C24518-D08B-4714-94E8-3F4F2DA52494}" destId="{7254664E-26DF-41FD-995B-65D4D312B5AE}" srcOrd="1" destOrd="0" presId="urn:microsoft.com/office/officeart/2016/7/layout/VerticalDownArrowProcess"/>
    <dgm:cxn modelId="{01B1131F-9EEA-4935-A180-C841A1B90F57}" type="presParOf" srcId="{98C24518-D08B-4714-94E8-3F4F2DA52494}" destId="{1FBE3BD7-A8AB-4281-92BD-9FD713CF1840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5A762-9249-4FE5-BAB8-7FADE395627E}">
      <dsp:nvSpPr>
        <dsp:cNvPr id="0" name=""/>
        <dsp:cNvSpPr/>
      </dsp:nvSpPr>
      <dsp:spPr>
        <a:xfrm>
          <a:off x="0" y="4683023"/>
          <a:ext cx="1666708" cy="7682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9352" rIns="1185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100" kern="1200"/>
            <a:t>Test</a:t>
          </a:r>
          <a:endParaRPr lang="en-US" sz="2100" kern="1200"/>
        </a:p>
      </dsp:txBody>
      <dsp:txXfrm>
        <a:off x="0" y="4683023"/>
        <a:ext cx="1666708" cy="768289"/>
      </dsp:txXfrm>
    </dsp:sp>
    <dsp:sp modelId="{58E1DBA6-8D64-4FEF-945E-558AE2A76512}">
      <dsp:nvSpPr>
        <dsp:cNvPr id="0" name=""/>
        <dsp:cNvSpPr/>
      </dsp:nvSpPr>
      <dsp:spPr>
        <a:xfrm>
          <a:off x="1666708" y="4683023"/>
          <a:ext cx="5000124" cy="7682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139700" rIns="101426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 dirty="0"/>
            <a:t>Test unitaire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 dirty="0"/>
            <a:t>Test utilisateur 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1666708" y="4683023"/>
        <a:ext cx="5000124" cy="768289"/>
      </dsp:txXfrm>
    </dsp:sp>
    <dsp:sp modelId="{451058D1-92DE-424C-9CF6-3980E875D1AD}">
      <dsp:nvSpPr>
        <dsp:cNvPr id="0" name=""/>
        <dsp:cNvSpPr/>
      </dsp:nvSpPr>
      <dsp:spPr>
        <a:xfrm rot="10800000">
          <a:off x="0" y="3512919"/>
          <a:ext cx="1666708" cy="11816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9352" rIns="1185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100" kern="1200"/>
            <a:t>Validation</a:t>
          </a:r>
          <a:endParaRPr lang="en-US" sz="2100" kern="1200"/>
        </a:p>
      </dsp:txBody>
      <dsp:txXfrm rot="-10800000">
        <a:off x="0" y="3512919"/>
        <a:ext cx="1666708" cy="768058"/>
      </dsp:txXfrm>
    </dsp:sp>
    <dsp:sp modelId="{4953AA27-8DF8-4017-B52C-2EBEA3097A45}">
      <dsp:nvSpPr>
        <dsp:cNvPr id="0" name=""/>
        <dsp:cNvSpPr/>
      </dsp:nvSpPr>
      <dsp:spPr>
        <a:xfrm>
          <a:off x="1666708" y="3512919"/>
          <a:ext cx="5000124" cy="76805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139700" rIns="101426" bIns="1397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 dirty="0"/>
            <a:t>Validation de formulaire sur plusieurs niveaux </a:t>
          </a:r>
          <a:endParaRPr lang="en-US" sz="11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BE" sz="900" kern="1200"/>
            <a:t>Applicatif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BE" sz="900" kern="1200" dirty="0"/>
            <a:t>Infrastructure 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Web client</a:t>
          </a:r>
        </a:p>
      </dsp:txBody>
      <dsp:txXfrm>
        <a:off x="1666708" y="3512919"/>
        <a:ext cx="5000124" cy="768058"/>
      </dsp:txXfrm>
    </dsp:sp>
    <dsp:sp modelId="{F0080514-BBC0-416D-AF34-156B21ACA633}">
      <dsp:nvSpPr>
        <dsp:cNvPr id="0" name=""/>
        <dsp:cNvSpPr/>
      </dsp:nvSpPr>
      <dsp:spPr>
        <a:xfrm rot="10800000">
          <a:off x="0" y="2342815"/>
          <a:ext cx="1666708" cy="11816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9352" rIns="1185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Architecture</a:t>
          </a:r>
          <a:endParaRPr lang="en-US" sz="2100" kern="1200" dirty="0"/>
        </a:p>
      </dsp:txBody>
      <dsp:txXfrm rot="-10800000">
        <a:off x="0" y="2342815"/>
        <a:ext cx="1666708" cy="768058"/>
      </dsp:txXfrm>
    </dsp:sp>
    <dsp:sp modelId="{75742CDD-C809-44F9-AB06-405E7CF1BD34}">
      <dsp:nvSpPr>
        <dsp:cNvPr id="0" name=""/>
        <dsp:cNvSpPr/>
      </dsp:nvSpPr>
      <dsp:spPr>
        <a:xfrm>
          <a:off x="1666708" y="2342815"/>
          <a:ext cx="5000124" cy="76805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139700" rIns="101426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Mise </a:t>
          </a:r>
          <a:r>
            <a:rPr lang="en-US" sz="1100" kern="1200" dirty="0" err="1"/>
            <a:t>en</a:t>
          </a:r>
          <a:r>
            <a:rPr lang="en-US" sz="1100" kern="1200" dirty="0"/>
            <a:t> place </a:t>
          </a:r>
          <a:r>
            <a:rPr lang="en-US" sz="1100" kern="1200" dirty="0" err="1"/>
            <a:t>d’une</a:t>
          </a:r>
          <a:r>
            <a:rPr lang="en-US" sz="1100" kern="1200" dirty="0"/>
            <a:t> architecture DDD, Multi Layered</a:t>
          </a:r>
        </a:p>
      </dsp:txBody>
      <dsp:txXfrm>
        <a:off x="1666708" y="2342815"/>
        <a:ext cx="5000124" cy="768058"/>
      </dsp:txXfrm>
    </dsp:sp>
    <dsp:sp modelId="{EE73616A-C0F8-42C3-8548-2288677FB1ED}">
      <dsp:nvSpPr>
        <dsp:cNvPr id="0" name=""/>
        <dsp:cNvSpPr/>
      </dsp:nvSpPr>
      <dsp:spPr>
        <a:xfrm rot="10800000">
          <a:off x="0" y="1172711"/>
          <a:ext cx="1666708" cy="11816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9352" rIns="1185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100" kern="1200"/>
            <a:t>Database </a:t>
          </a:r>
          <a:endParaRPr lang="en-US" sz="2100" kern="1200"/>
        </a:p>
      </dsp:txBody>
      <dsp:txXfrm rot="-10800000">
        <a:off x="0" y="1172711"/>
        <a:ext cx="1666708" cy="768058"/>
      </dsp:txXfrm>
    </dsp:sp>
    <dsp:sp modelId="{DE3C1840-0188-46C4-9EE0-4593EB6CCADC}">
      <dsp:nvSpPr>
        <dsp:cNvPr id="0" name=""/>
        <dsp:cNvSpPr/>
      </dsp:nvSpPr>
      <dsp:spPr>
        <a:xfrm>
          <a:off x="1666708" y="1172711"/>
          <a:ext cx="5000124" cy="76805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139700" rIns="101426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/>
            <a:t>Opération d’ajout / suppression / edition 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/>
            <a:t>Stratégie de backup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 dirty="0"/>
            <a:t>Stratégie de restore</a:t>
          </a:r>
          <a:endParaRPr lang="en-US" sz="1100" kern="1200" dirty="0"/>
        </a:p>
      </dsp:txBody>
      <dsp:txXfrm>
        <a:off x="1666708" y="1172711"/>
        <a:ext cx="5000124" cy="768058"/>
      </dsp:txXfrm>
    </dsp:sp>
    <dsp:sp modelId="{7254664E-26DF-41FD-995B-65D4D312B5AE}">
      <dsp:nvSpPr>
        <dsp:cNvPr id="0" name=""/>
        <dsp:cNvSpPr/>
      </dsp:nvSpPr>
      <dsp:spPr>
        <a:xfrm rot="10800000">
          <a:off x="0" y="2607"/>
          <a:ext cx="1666708" cy="11816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49352" rIns="1185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100" kern="1200"/>
            <a:t>Sécurité</a:t>
          </a:r>
          <a:endParaRPr lang="en-US" sz="2100" kern="1200"/>
        </a:p>
      </dsp:txBody>
      <dsp:txXfrm rot="-10800000">
        <a:off x="0" y="2607"/>
        <a:ext cx="1666708" cy="768058"/>
      </dsp:txXfrm>
    </dsp:sp>
    <dsp:sp modelId="{1FBE3BD7-A8AB-4281-92BD-9FD713CF1840}">
      <dsp:nvSpPr>
        <dsp:cNvPr id="0" name=""/>
        <dsp:cNvSpPr/>
      </dsp:nvSpPr>
      <dsp:spPr>
        <a:xfrm>
          <a:off x="1666708" y="2607"/>
          <a:ext cx="5000124" cy="768058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139700" rIns="101426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/>
            <a:t>Login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/>
            <a:t>Restreindre les accès à certaine ressource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100" kern="1200"/>
            <a:t>Cryptage</a:t>
          </a:r>
          <a:endParaRPr lang="en-US" sz="1100" kern="1200"/>
        </a:p>
      </dsp:txBody>
      <dsp:txXfrm>
        <a:off x="1666708" y="2607"/>
        <a:ext cx="5000124" cy="768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CC9F3-1D78-4320-A2FA-ED94DEFFC66F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FD69B-A43C-47FD-B67B-8B9421C92F5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0899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FD69B-A43C-47FD-B67B-8B9421C92F5C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0752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C40D8-0FC8-80BB-48A8-DA91A5D9D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8BBFB3-7749-81E9-D453-ECDE2D8CC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CA7C03-43CE-5078-8B98-0084CFDA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49424C-E35E-8311-C3DC-DE6F1921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84BF4-9057-BCB8-56EF-24004F26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882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2E08A-71D8-D350-32DE-7E2A282B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CF2086-D7BD-41E8-3FB5-77298D391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ED576B-43B6-F855-C869-48876C97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33B4D5-6480-8FC1-A86F-E127119D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0C7022-77DF-9B89-A73A-36E7D501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8853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3D94C-256E-26AA-EBD1-228F96B4F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8C172B-0C2D-D0BE-C107-B8EC5733F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21CA70-4DFC-7C65-8CB6-C83BAC0C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93BAFA-0563-2B7B-8B1D-8F29DC9E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C37233-894B-CE75-F6D4-3B470EAA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570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D747AC-0D75-14AF-56DE-AF5CA051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120974-7846-9492-0F1C-AF1BE28C0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FBDB23-B0AE-64CD-596B-0DEC470A2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5C23EA-1334-8193-D8E8-06ED6F99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86BC1C-F432-AD03-3B98-010D6688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7491F2-4746-1D78-B0A5-3ADEE05A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463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08B1E0-0782-8EEF-1DE9-B850712E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6091B4-3698-EC6E-B12A-01850985F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42207F7-90FC-31DA-ED41-F1BD15F6F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EA276E-C94B-D875-B0AE-0D1D15A85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D076F1D-3D53-DD7F-CBA1-36F2578AD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7E3A4F-C018-6521-A759-44151B25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A15D183-A4E6-32CE-B2CD-C97CDBAB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E2BE12B-4078-B94D-E328-2C2759B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5187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8ADB4-4F62-3ED9-5D7D-BC58DF4A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7405E1-4B23-BF33-4214-B87FBC7A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104098-A400-92D6-2D52-5EB6796A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F6AF30-F6F4-4B12-B051-E6664FFE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7203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6C4BC1B-8B1E-66A8-4091-FBF23E4D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5D5B48-874B-BEC3-3251-A564F2D4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BD38F9-35D5-913F-E7CB-61AC3E8F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598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5D07F-0CF2-9B07-9587-1FD0ABC2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FAB919-6274-1A38-253E-57D7187F5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4B8EF8-E499-85A6-122E-8324ACDCB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21DCEF-B22E-2781-7F65-F5432629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0B4613-5723-6EFE-17A5-0A78F841E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0292CD-C330-4B1F-0093-9925D7CD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016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CF06C9-72B5-A167-E796-930CA0FA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347746C-4004-8E82-8A0B-D1AB5B8A7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54E468-0D03-DDA3-0D66-F4E330635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3A8E14-E33D-712C-A5C0-9B873FEB7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184065-A0C4-DDA5-8768-F57BA233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7C7A72-822A-4F7A-4A36-6F7A70DC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53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06F79-277B-5F13-FE34-FE8820D8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ADA260-9E1F-3D4B-720C-D493B4139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BF638E-AB42-62E9-C93B-A1AE51DD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CCEF82-E0C7-87E7-4096-88C9671C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134988-CA90-C4B8-17DE-C48AF95D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39843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5E831AA-CF72-9D07-39B3-BAEB5B953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A11BF1-CE72-EECF-50F7-8BD577636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E3B0E6-1602-CC5C-CAB6-EF7B057F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ED7D43-30BF-AC9F-F727-C1CDCA2D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F1D4EE-9E6A-596F-7CD9-C6217079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960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64EE089-9952-A333-A7FD-32EA65A8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102EB0-9E25-9E85-C2B6-C2551C12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0C029A-FB86-F648-F044-51F6524BF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53C30-CB1F-4F32-BF7B-D53621B9430D}" type="datetimeFigureOut">
              <a:rPr lang="fr-BE" smtClean="0"/>
              <a:t>03-11-25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255489-95F8-6CCF-1DB1-A5AD229ED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AD5A5A-5B7F-86D0-6F36-1A1AA5949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22877-56B7-44B3-8371-09FC5D8F03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225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8A6DE-6726-FC1E-B1F8-0B264A9EA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424530-408A-5FB9-6027-326E98491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/>
              <a:t>Séance de suivi - révision analyse fonctionnelle</a:t>
            </a:r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AE8D5A-53AA-99AD-E6D6-21B530F04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53" y="1864988"/>
            <a:ext cx="5905310" cy="170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26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3956E-D26E-CFAA-E991-75145B2C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Scope de l’épreuve intégré	</a:t>
            </a:r>
            <a:endParaRPr lang="fr-BE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3F883CF-E477-7863-4BC9-9B9F54FA0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051" y="1448481"/>
            <a:ext cx="9527457" cy="504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2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F4F3E-2E9F-6156-1A08-A2B3BD288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Scope du </a:t>
            </a:r>
            <a:r>
              <a:rPr lang="fr-BE" dirty="0" err="1"/>
              <a:t>poc</a:t>
            </a:r>
            <a:endParaRPr lang="fr-BE" dirty="0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392C17E6-DB4A-87BA-6E72-89C7723B4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8481"/>
            <a:ext cx="9527457" cy="5044394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DF0E5C4E-26C1-62A1-44B9-3C2480F99383}"/>
              </a:ext>
            </a:extLst>
          </p:cNvPr>
          <p:cNvSpPr/>
          <p:nvPr/>
        </p:nvSpPr>
        <p:spPr>
          <a:xfrm>
            <a:off x="3844413" y="3746090"/>
            <a:ext cx="2556387" cy="169114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0F01A8-B7B3-D826-4FBB-B4F501A147E3}"/>
              </a:ext>
            </a:extLst>
          </p:cNvPr>
          <p:cNvSpPr/>
          <p:nvPr/>
        </p:nvSpPr>
        <p:spPr>
          <a:xfrm>
            <a:off x="6850626" y="1917291"/>
            <a:ext cx="3089787" cy="1828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1618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B44B70-FC21-0E21-72EE-404C2ADD9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ctr"/>
            <a:r>
              <a:rPr lang="fr-BE" sz="4000" dirty="0">
                <a:solidFill>
                  <a:srgbClr val="FFFFFF"/>
                </a:solidFill>
              </a:rPr>
              <a:t>Justification du scope du POC	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9486FA56-0A14-B333-22BB-A4FE4E3229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6960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596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CB24E7-8841-C048-AD93-DCAFF90C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Cycle de vie</a:t>
            </a:r>
          </a:p>
        </p:txBody>
      </p:sp>
      <p:pic>
        <p:nvPicPr>
          <p:cNvPr id="10" name="Image 9" descr="Une image contenant texte, capture d’écran, Police, noir&#10;&#10;Le contenu généré par l’IA peut être incorrect.">
            <a:extLst>
              <a:ext uri="{FF2B5EF4-FFF2-40B4-BE49-F238E27FC236}">
                <a16:creationId xmlns:a16="http://schemas.microsoft.com/office/drawing/2014/main" id="{B234EE0E-5A58-C19A-E011-5C46F2BA4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846"/>
            <a:ext cx="12192000" cy="194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809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73</Words>
  <Application>Microsoft Office PowerPoint</Application>
  <PresentationFormat>Grand écran</PresentationFormat>
  <Paragraphs>24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Scope de l’épreuve intégré </vt:lpstr>
      <vt:lpstr>Scope du poc</vt:lpstr>
      <vt:lpstr>Justification du scope du POC </vt:lpstr>
      <vt:lpstr>Cycle de vie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Stoupy</dc:creator>
  <cp:lastModifiedBy>Nicolas Stoupy</cp:lastModifiedBy>
  <cp:revision>2</cp:revision>
  <dcterms:created xsi:type="dcterms:W3CDTF">2025-11-03T17:05:51Z</dcterms:created>
  <dcterms:modified xsi:type="dcterms:W3CDTF">2025-11-03T17:51:55Z</dcterms:modified>
</cp:coreProperties>
</file>