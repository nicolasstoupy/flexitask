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79D86-B5D5-4B1B-89B8-DE4056FE02B3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141FA1-1BB6-42B9-ADDA-1738FC4B415E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9592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141FA1-1BB6-42B9-ADDA-1738FC4B415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3309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03C731-C532-72BE-ACA0-A4F91C66A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6A1050-CB37-ACEF-AEDB-3D4FFE92C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144ACF-0883-EF19-E9AC-A2B971E6B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EDF14DF-1465-2FB6-BBD5-DFA4A311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C93082-15CF-3C1F-A25C-B3027A3F1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6706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86F9D2-D20C-EFEF-EAEA-06B5BA7D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403DE9-B499-4339-2107-7CADC96B2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7F78EC-4ECD-553A-E0C6-E7ABC8ADC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E8774E-FB32-2D12-E852-FE315DDF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9AC74E-33C2-8FBF-F707-6F7DDC1B4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2810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E180F-A5B5-EB74-D467-0F59E2620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15254B-C88C-E205-0922-969487C7D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95ABB4-1EC9-601A-42F8-F07C9CF5B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27695F-13BE-28B7-40B4-67B441D74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71D48E-0CB1-DAD8-1ADC-7F480D5D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17759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EE9205-B6B3-5310-E357-54DDA3172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0EC56C-1E3C-D363-D21C-2D7F410A9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B7282F5-75AF-4450-AFC9-D993F07244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F688C8B-B5AB-278F-CE33-F1715722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B70784B-8166-56F3-D10C-630E00A7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BE28D3-43B5-D102-C337-A85A2BBB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2402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2B712D-D06D-52AB-BED1-A393D0F1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D308D3-3787-5C7C-2252-D882EC4A2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921982F-3C5B-A960-B782-993543FA0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8E17524-EEE8-9587-936E-396606526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A9AC8EB-CC2F-8F2C-B04D-19211B30A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BC06EA-0402-4E2B-9FEA-715B92CAD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A1EB4D0-297C-66CE-BA16-6C08D4305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262EA22-C12E-730C-55F1-D0C5A59C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4290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E813F8-8AB4-BF5C-8BF7-2BD241BBC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1645665-28D5-1C05-8BED-39179719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836B22A-7A3B-28AD-7689-39AECE35E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19A2E3-D809-A6E8-92EC-F286C3D18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086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ED8BAF-2A19-D7C4-71AE-DA937B64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57C5978-D051-8C1F-21E0-0C9094AF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C6B499A-E9F4-D6E0-78A9-12BF094DE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6447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D1A9AB-1685-432B-5BD1-49F998B8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FF5B9D-4178-20F4-D847-E2C2161F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6978A28-4004-024F-7DBA-349DE7C4E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D5479-6DA3-CD29-856E-81A8D5467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37D496-A7D8-D9C1-38A0-35D81DCB8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B3644A-36BE-035E-F771-696310A9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0542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899D3DA-700D-6D91-34A0-D83F054C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F2A54CA-9352-67C3-CE7D-CFAAAF3491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3330A2-BA48-E9A5-1944-1DEA5A734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EC87479-86C9-F1C2-1796-F600C8AFC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93FDAE-3A6D-D9AA-CBEE-55B48C3EA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C9A86E2-C762-10E6-417D-5D4A55DC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351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2E47B6-5727-D3A1-52FB-17515033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E2E3CBB-B7DF-915B-FCBD-D308991AC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EE7E03-9DA9-C4C6-E488-6B5C40FEE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86F4CC-E8A2-9E0D-830E-4D35D044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42E989-69BA-F180-A182-39A3317B0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6351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712356-8C19-8DA3-33B7-E06E51320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238272-382D-1AFD-40F1-5E314D7A4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843344-E9BB-FFB9-E53A-7F5E43CB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B0F417-DFBD-8554-5311-0A767FE3B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EC4BC-02E4-239B-9B64-FEE5F688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35215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F92EDCE-AF08-0875-9796-50934E964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53F489-B2CA-0474-14DE-78AB4D976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11AEF0-0217-2D37-3C41-DC643B8DE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CA716-68D2-4052-AE15-D9A5053B90EC}" type="datetimeFigureOut">
              <a:rPr lang="fr-BE" smtClean="0"/>
              <a:t>03-12-25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9C8D47-46A3-434A-B58C-748369702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3655FA-697E-537D-77B3-4C8DE11F9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E08EB-F659-4748-A445-DF2E697CBFD6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3607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6928C2C7-A4D6-3C99-94DD-7A367A13587D}"/>
              </a:ext>
            </a:extLst>
          </p:cNvPr>
          <p:cNvSpPr/>
          <p:nvPr/>
        </p:nvSpPr>
        <p:spPr>
          <a:xfrm>
            <a:off x="1633585" y="3726426"/>
            <a:ext cx="8013291" cy="12093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dk1"/>
                </a:solidFill>
              </a:rPr>
              <a:t>Infrastructure</a:t>
            </a:r>
          </a:p>
          <a:p>
            <a:pPr algn="ctr"/>
            <a:endParaRPr lang="fr-BE" dirty="0"/>
          </a:p>
          <a:p>
            <a:pPr algn="ctr"/>
            <a:endParaRPr lang="fr-BE" dirty="0">
              <a:solidFill>
                <a:schemeClr val="dk1"/>
              </a:solidFill>
            </a:endParaRPr>
          </a:p>
          <a:p>
            <a:pPr algn="ctr"/>
            <a:endParaRPr lang="fr-BE" dirty="0">
              <a:solidFill>
                <a:schemeClr val="dk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23C28A-691F-940F-E8F4-8C1B00BC6923}"/>
              </a:ext>
            </a:extLst>
          </p:cNvPr>
          <p:cNvSpPr/>
          <p:nvPr/>
        </p:nvSpPr>
        <p:spPr>
          <a:xfrm>
            <a:off x="1710811" y="1694834"/>
            <a:ext cx="8013291" cy="7669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/>
              <a:t>Application</a:t>
            </a:r>
          </a:p>
          <a:p>
            <a:pPr algn="ctr"/>
            <a:r>
              <a:rPr lang="fr-BE" dirty="0" err="1"/>
              <a:t>Mediatr</a:t>
            </a:r>
            <a:r>
              <a:rPr lang="fr-BE" dirty="0"/>
              <a:t> , CQRS Pattern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5D52BB-16D7-27AD-7B7C-6D0170242290}"/>
              </a:ext>
            </a:extLst>
          </p:cNvPr>
          <p:cNvSpPr/>
          <p:nvPr/>
        </p:nvSpPr>
        <p:spPr>
          <a:xfrm>
            <a:off x="4498256" y="2867334"/>
            <a:ext cx="2438400" cy="640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dk1"/>
                </a:solidFill>
              </a:rPr>
              <a:t>Domain</a:t>
            </a:r>
            <a:br>
              <a:rPr lang="fr-BE" dirty="0">
                <a:solidFill>
                  <a:schemeClr val="dk1"/>
                </a:solidFill>
              </a:rPr>
            </a:br>
            <a:r>
              <a:rPr lang="fr-BE" sz="1200" dirty="0" err="1">
                <a:solidFill>
                  <a:schemeClr val="dk1"/>
                </a:solidFill>
              </a:rPr>
              <a:t>Domain</a:t>
            </a:r>
            <a:r>
              <a:rPr lang="fr-BE" sz="1200" dirty="0">
                <a:solidFill>
                  <a:schemeClr val="dk1"/>
                </a:solidFill>
              </a:rPr>
              <a:t> Driven</a:t>
            </a:r>
            <a:endParaRPr lang="fr-BE" dirty="0">
              <a:solidFill>
                <a:schemeClr val="dk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6630C-D118-5A8B-DE64-96E524D4840B}"/>
              </a:ext>
            </a:extLst>
          </p:cNvPr>
          <p:cNvSpPr/>
          <p:nvPr/>
        </p:nvSpPr>
        <p:spPr>
          <a:xfrm>
            <a:off x="6882580" y="4027541"/>
            <a:ext cx="2104106" cy="7374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 err="1"/>
              <a:t>External</a:t>
            </a:r>
            <a:r>
              <a:rPr lang="fr-BE" dirty="0"/>
              <a:t> Interfaces</a:t>
            </a:r>
            <a:endParaRPr lang="fr-BE" dirty="0">
              <a:solidFill>
                <a:schemeClr val="dk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69A33C-22D5-5357-27A7-4CBA5B12135C}"/>
              </a:ext>
            </a:extLst>
          </p:cNvPr>
          <p:cNvSpPr/>
          <p:nvPr/>
        </p:nvSpPr>
        <p:spPr>
          <a:xfrm>
            <a:off x="1710812" y="648929"/>
            <a:ext cx="8013291" cy="766916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 err="1"/>
              <a:t>Presentation</a:t>
            </a:r>
            <a:endParaRPr lang="fr-BE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A1DC7D-F140-2FCB-CE00-3472D3930A32}"/>
              </a:ext>
            </a:extLst>
          </p:cNvPr>
          <p:cNvSpPr/>
          <p:nvPr/>
        </p:nvSpPr>
        <p:spPr>
          <a:xfrm>
            <a:off x="9827341" y="648929"/>
            <a:ext cx="948813" cy="4161507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dk1"/>
                </a:solidFill>
              </a:rPr>
              <a:t>Cross</a:t>
            </a:r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85E97FD-83FE-2EA4-D6F4-E54449773962}"/>
              </a:ext>
            </a:extLst>
          </p:cNvPr>
          <p:cNvCxnSpPr>
            <a:cxnSpLocks/>
            <a:stCxn id="7" idx="2"/>
            <a:endCxn id="4" idx="0"/>
          </p:cNvCxnSpPr>
          <p:nvPr/>
        </p:nvCxnSpPr>
        <p:spPr>
          <a:xfrm flipH="1">
            <a:off x="5717457" y="1415845"/>
            <a:ext cx="1" cy="278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37FD5E7E-70C2-A4A6-F008-AD5918BCA25F}"/>
              </a:ext>
            </a:extLst>
          </p:cNvPr>
          <p:cNvCxnSpPr>
            <a:cxnSpLocks/>
          </p:cNvCxnSpPr>
          <p:nvPr/>
        </p:nvCxnSpPr>
        <p:spPr>
          <a:xfrm flipH="1">
            <a:off x="5717456" y="2472198"/>
            <a:ext cx="1" cy="384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24884E5-3BF8-EB5C-9077-FEC3C518F0B9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7934633" y="2477421"/>
            <a:ext cx="12287" cy="155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F9DACBF6-98FD-2C21-D2A9-924A5C5CD81B}"/>
              </a:ext>
            </a:extLst>
          </p:cNvPr>
          <p:cNvCxnSpPr/>
          <p:nvPr/>
        </p:nvCxnSpPr>
        <p:spPr>
          <a:xfrm flipV="1">
            <a:off x="4857135" y="3507658"/>
            <a:ext cx="0" cy="51988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ys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4B27AB83-E037-F41C-DF71-8EBC61C4C047}"/>
              </a:ext>
            </a:extLst>
          </p:cNvPr>
          <p:cNvSpPr/>
          <p:nvPr/>
        </p:nvSpPr>
        <p:spPr>
          <a:xfrm>
            <a:off x="2440854" y="5214173"/>
            <a:ext cx="2662087" cy="7374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 err="1">
                <a:solidFill>
                  <a:schemeClr val="dk1"/>
                </a:solidFill>
              </a:rPr>
              <a:t>Database</a:t>
            </a:r>
            <a:endParaRPr lang="fr-BE" dirty="0">
              <a:solidFill>
                <a:schemeClr val="dk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4F7BF3-5672-880C-375F-5AF0D83AE4FE}"/>
              </a:ext>
            </a:extLst>
          </p:cNvPr>
          <p:cNvSpPr/>
          <p:nvPr/>
        </p:nvSpPr>
        <p:spPr>
          <a:xfrm>
            <a:off x="6198212" y="5241216"/>
            <a:ext cx="3448665" cy="7374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dk1"/>
                </a:solidFill>
              </a:rPr>
              <a:t>SAP</a:t>
            </a:r>
          </a:p>
        </p:txBody>
      </p: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ABBF7384-C751-BD8B-B8E1-6516F28FBEA8}"/>
              </a:ext>
            </a:extLst>
          </p:cNvPr>
          <p:cNvCxnSpPr>
            <a:cxnSpLocks/>
            <a:stCxn id="6" idx="2"/>
            <a:endCxn id="34" idx="0"/>
          </p:cNvCxnSpPr>
          <p:nvPr/>
        </p:nvCxnSpPr>
        <p:spPr>
          <a:xfrm flipH="1">
            <a:off x="7922545" y="4764960"/>
            <a:ext cx="12088" cy="476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3860E5E-6A12-B422-786C-02B6B57532F7}"/>
              </a:ext>
            </a:extLst>
          </p:cNvPr>
          <p:cNvSpPr/>
          <p:nvPr/>
        </p:nvSpPr>
        <p:spPr>
          <a:xfrm>
            <a:off x="1710811" y="4041062"/>
            <a:ext cx="3564193" cy="7374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BE" dirty="0" err="1"/>
              <a:t>Persistence</a:t>
            </a:r>
            <a:endParaRPr lang="fr-BE" dirty="0">
              <a:solidFill>
                <a:schemeClr val="dk1"/>
              </a:solidFill>
            </a:endParaRPr>
          </a:p>
        </p:txBody>
      </p: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AE5C22F1-F5E2-B36A-EC1C-9F1ECC5C9618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3492907" y="4778481"/>
            <a:ext cx="1" cy="4627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897987AD-EC7F-DA9E-9D86-390052F2E888}"/>
              </a:ext>
            </a:extLst>
          </p:cNvPr>
          <p:cNvCxnSpPr>
            <a:cxnSpLocks/>
          </p:cNvCxnSpPr>
          <p:nvPr/>
        </p:nvCxnSpPr>
        <p:spPr>
          <a:xfrm flipV="1">
            <a:off x="2652246" y="2490942"/>
            <a:ext cx="0" cy="155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Blazor — Wikipédia">
            <a:extLst>
              <a:ext uri="{FF2B5EF4-FFF2-40B4-BE49-F238E27FC236}">
                <a16:creationId xmlns:a16="http://schemas.microsoft.com/office/drawing/2014/main" id="{187CB153-6258-FCED-5F85-1C5E18BC2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371" y="696861"/>
            <a:ext cx="671051" cy="6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🚫 Pourquoi l'imbrication de MediatR dans les gestionnaires MediatR n'est  peut-être pas la">
            <a:extLst>
              <a:ext uri="{FF2B5EF4-FFF2-40B4-BE49-F238E27FC236}">
                <a16:creationId xmlns:a16="http://schemas.microsoft.com/office/drawing/2014/main" id="{F19DFD34-C49C-9BC8-4450-DE49878B0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9077" y="1656119"/>
            <a:ext cx="844345" cy="84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QRS &amp; Events Sourcing avec GCP (1/3) : Introduction | by Renaud Chardin |  CodeShake | Medium">
            <a:extLst>
              <a:ext uri="{FF2B5EF4-FFF2-40B4-BE49-F238E27FC236}">
                <a16:creationId xmlns:a16="http://schemas.microsoft.com/office/drawing/2014/main" id="{5A58CCE3-3581-BBEC-8769-307897411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1688" y="1785302"/>
            <a:ext cx="887361" cy="596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ubSpot MS SQL Server Integration | Datawarehouse.io">
            <a:extLst>
              <a:ext uri="{FF2B5EF4-FFF2-40B4-BE49-F238E27FC236}">
                <a16:creationId xmlns:a16="http://schemas.microsoft.com/office/drawing/2014/main" id="{C2769B93-2374-60B9-0DE2-CF3888FE4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907" y="5241216"/>
            <a:ext cx="693030" cy="693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ap Bapi Rfc Command Reference - Vertical Png,Sap Logo Png - free  transparent png images - pngaaa.com">
            <a:extLst>
              <a:ext uri="{FF2B5EF4-FFF2-40B4-BE49-F238E27FC236}">
                <a16:creationId xmlns:a16="http://schemas.microsoft.com/office/drawing/2014/main" id="{9A5FA383-C48D-2D23-766B-75DACCA0C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212" y="5320100"/>
            <a:ext cx="1368735" cy="525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8952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18</Words>
  <Application>Microsoft Office PowerPoint</Application>
  <PresentationFormat>Grand écran</PresentationFormat>
  <Paragraphs>12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Stoupy</dc:creator>
  <cp:lastModifiedBy>Nicolas Stoupy</cp:lastModifiedBy>
  <cp:revision>1</cp:revision>
  <dcterms:created xsi:type="dcterms:W3CDTF">2025-12-03T12:15:31Z</dcterms:created>
  <dcterms:modified xsi:type="dcterms:W3CDTF">2025-12-03T16:25:52Z</dcterms:modified>
</cp:coreProperties>
</file>